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0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926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71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132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19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431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717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43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95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29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733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981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780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3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695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000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73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0979236-2DC1-4769-9FB0-AEBD6EB9A97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68E436A-06BE-4D4B-B9F2-93856FBD3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408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785CE8-064E-E32A-07E4-C7DB30B9C919}"/>
              </a:ext>
            </a:extLst>
          </p:cNvPr>
          <p:cNvSpPr txBox="1"/>
          <p:nvPr/>
        </p:nvSpPr>
        <p:spPr>
          <a:xfrm>
            <a:off x="1671638" y="890290"/>
            <a:ext cx="9758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ANALYSIS USING POWER BI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740D9-168D-B816-AB20-14538D9CA204}"/>
              </a:ext>
            </a:extLst>
          </p:cNvPr>
          <p:cNvSpPr txBox="1"/>
          <p:nvPr/>
        </p:nvSpPr>
        <p:spPr>
          <a:xfrm>
            <a:off x="5772150" y="1495782"/>
            <a:ext cx="44148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Project Report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D1212-C7C6-7440-313A-07EDE19813FB}"/>
              </a:ext>
            </a:extLst>
          </p:cNvPr>
          <p:cNvSpPr txBox="1"/>
          <p:nvPr/>
        </p:nvSpPr>
        <p:spPr>
          <a:xfrm>
            <a:off x="6886575" y="2643188"/>
            <a:ext cx="441483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FERDOUNE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Certified Data Analyst (CDA)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Datamites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 -5 Batch</a:t>
            </a:r>
          </a:p>
        </p:txBody>
      </p:sp>
    </p:spTree>
    <p:extLst>
      <p:ext uri="{BB962C8B-B14F-4D97-AF65-F5344CB8AC3E}">
        <p14:creationId xmlns:p14="http://schemas.microsoft.com/office/powerpoint/2010/main" val="4164081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C699-3E9D-CA92-C5EA-5034C3E3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14388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99926-E0F0-4A40-B10A-0D3B33270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24062"/>
            <a:ext cx="10018713" cy="39052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Analysis is the process of monitoring and optimizing the flow of products, inventory, suppliers, transportation, manufacturing, and quality operations.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operational efficiency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supplier performance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inventory management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transportation costs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product quality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833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C3EA-8BF5-1AF1-59D3-38EBD7FAC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71525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FC0C2-D0EB-5946-CCEB-1A4FA9EB5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00213"/>
            <a:ext cx="10018713" cy="425767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face challenges in managing inventory, supplier performance, transportation costs, manufacturing efficiency, and product quality.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analytics: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shortages may occur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costs increase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performance is difficult to monitor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delays impact production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defects affect customer satisfaction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dashboards help provide data-driven solutions.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922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0F5D5-263E-FEC9-016D-B00C7BE08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71512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6FA11-856E-0370-4546-176CC1EA3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85939"/>
            <a:ext cx="10018713" cy="40052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Analyse supply chain performance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inventory availability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supplier performance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Analyse logistics and transportation costs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manufacturing efficiency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product quality metrics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business insights for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475449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00E3D-C3F1-1E3A-B259-3DB2BF5FE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571501"/>
            <a:ext cx="10018713" cy="68580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6295D-DCC9-EEBF-A184-3C1C6DEE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00175"/>
            <a:ext cx="10018713" cy="47720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information related to: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Types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Levels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Quantities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Modes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Shipping Costs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Costs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Times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Rates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Inspection Results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 577.60K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Products Sold: 46K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Volume: 57K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193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97033-C47B-730F-2887-6308D22C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28663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EA5C9-B431-AC3E-49A0-AD7BF1F27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14463"/>
            <a:ext cx="10018713" cy="437673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Creation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 Generation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084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4F65-D451-362A-B543-59292A800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00088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2F8B2-1B93-3350-36CA-2D0529E3A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43051"/>
            <a:ext cx="10018713" cy="42481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using Power Query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 Creation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 Generation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and Documentation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417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62D14D-4466-BF71-7EF4-12FA80E9CD97}"/>
              </a:ext>
            </a:extLst>
          </p:cNvPr>
          <p:cNvSpPr txBox="1"/>
          <p:nvPr/>
        </p:nvSpPr>
        <p:spPr>
          <a:xfrm>
            <a:off x="1685925" y="371475"/>
            <a:ext cx="9644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Supply Chain Dashboard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89A497-D856-2194-1D99-85C2A3645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6" y="1061707"/>
            <a:ext cx="9172574" cy="513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01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BD1CED-33F1-5B68-E600-231013F37258}"/>
              </a:ext>
            </a:extLst>
          </p:cNvPr>
          <p:cNvSpPr txBox="1"/>
          <p:nvPr/>
        </p:nvSpPr>
        <p:spPr>
          <a:xfrm>
            <a:off x="1643063" y="1351508"/>
            <a:ext cx="998696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KPIs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 577.60K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Sold: 46K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Shipping Cost: 5.55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Manufacturing Cost: 47.27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Defect Rate: 2.28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Skincare products generated the highest revenue.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1 contributed the maximum revenue.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rates vary among suppliers.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mode impacts operational cost.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358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DA610F-89EC-8859-A78A-14135EBA176B}"/>
              </a:ext>
            </a:extLst>
          </p:cNvPr>
          <p:cNvSpPr txBox="1"/>
          <p:nvPr/>
        </p:nvSpPr>
        <p:spPr>
          <a:xfrm>
            <a:off x="1628775" y="485775"/>
            <a:ext cx="9729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Analysis Dashboard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821E4-1783-5AFC-EF39-CBCDB9C2E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309" y="1061707"/>
            <a:ext cx="9106491" cy="531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26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901371-175E-21F0-E638-898B254E6CB9}"/>
              </a:ext>
            </a:extLst>
          </p:cNvPr>
          <p:cNvSpPr txBox="1"/>
          <p:nvPr/>
        </p:nvSpPr>
        <p:spPr>
          <a:xfrm>
            <a:off x="1500188" y="1228726"/>
            <a:ext cx="98012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Stock Levels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Availability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Quantities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Skincare products have highest order quantities.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levels remain balanced across products.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differs among product categories.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inventory contribution varies.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702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0D4E95-CF01-B7CB-32ED-3D7B27D19568}"/>
              </a:ext>
            </a:extLst>
          </p:cNvPr>
          <p:cNvSpPr txBox="1"/>
          <p:nvPr/>
        </p:nvSpPr>
        <p:spPr>
          <a:xfrm>
            <a:off x="1657350" y="471488"/>
            <a:ext cx="9744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Performance Dashboard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4049B-0F68-E4F6-CE70-B5E43D3E3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309" y="1061707"/>
            <a:ext cx="9106491" cy="519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33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9C6954-5F97-723A-5017-32087C2B8ABC}"/>
              </a:ext>
            </a:extLst>
          </p:cNvPr>
          <p:cNvSpPr txBox="1"/>
          <p:nvPr/>
        </p:nvSpPr>
        <p:spPr>
          <a:xfrm>
            <a:off x="1585913" y="985838"/>
            <a:ext cx="98869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Analyzed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Time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Shipping Cost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Rate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Contribution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1 generated the highest revenue.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3 has the lowest lead time.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5 shows a higher defect rate.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performance significantly impacts operations. </a:t>
            </a:r>
          </a:p>
        </p:txBody>
      </p:sp>
    </p:spTree>
    <p:extLst>
      <p:ext uri="{BB962C8B-B14F-4D97-AF65-F5344CB8AC3E}">
        <p14:creationId xmlns:p14="http://schemas.microsoft.com/office/powerpoint/2010/main" val="3565634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1999A1-40B2-7454-AD0B-977600793FE6}"/>
              </a:ext>
            </a:extLst>
          </p:cNvPr>
          <p:cNvSpPr txBox="1"/>
          <p:nvPr/>
        </p:nvSpPr>
        <p:spPr>
          <a:xfrm>
            <a:off x="1600200" y="571500"/>
            <a:ext cx="10015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 &amp; Transportation Dashboard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0B5D0-BFF7-9933-0095-7E5318FB9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276019"/>
            <a:ext cx="9258300" cy="476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56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4481A7-7480-B158-6794-22D2F350B8D4}"/>
              </a:ext>
            </a:extLst>
          </p:cNvPr>
          <p:cNvSpPr txBox="1"/>
          <p:nvPr/>
        </p:nvSpPr>
        <p:spPr>
          <a:xfrm>
            <a:off x="1628775" y="814388"/>
            <a:ext cx="102584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Analyzed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Shipping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Shipping Cost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Cost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Routes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 A has the highest shipping 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costs vary by mode.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B incurs the highest transportation cost.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reduce expenses.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746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4A6FCF-F953-B678-1F2B-2E9D92823D21}"/>
              </a:ext>
            </a:extLst>
          </p:cNvPr>
          <p:cNvSpPr txBox="1"/>
          <p:nvPr/>
        </p:nvSpPr>
        <p:spPr>
          <a:xfrm>
            <a:off x="1643063" y="514350"/>
            <a:ext cx="10215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Analysis Dashboard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588FCB-C662-7817-1DE3-8CABCEAE0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4" y="1123628"/>
            <a:ext cx="9415462" cy="509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78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29E69A-E040-8BAD-2296-A5CEA5916FCD}"/>
              </a:ext>
            </a:extLst>
          </p:cNvPr>
          <p:cNvSpPr txBox="1"/>
          <p:nvPr/>
        </p:nvSpPr>
        <p:spPr>
          <a:xfrm>
            <a:off x="1628774" y="1143001"/>
            <a:ext cx="99869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Analyzed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Cost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Lead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Volume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Skincare products have the highest production volume.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costs vary by product category.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2 contributes the highest production volume.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times differ across products.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842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6EC8BE-D530-6B96-E835-AC44A7D1849C}"/>
              </a:ext>
            </a:extLst>
          </p:cNvPr>
          <p:cNvSpPr txBox="1"/>
          <p:nvPr/>
        </p:nvSpPr>
        <p:spPr>
          <a:xfrm>
            <a:off x="1657350" y="414338"/>
            <a:ext cx="10229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Analysis Dashboard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C7514F-55B3-7B00-BD99-17F9FB036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967" y="1056944"/>
            <a:ext cx="8811221" cy="512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620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99C676-1DC2-D23C-2FA0-30D98C229962}"/>
              </a:ext>
            </a:extLst>
          </p:cNvPr>
          <p:cNvSpPr txBox="1"/>
          <p:nvPr/>
        </p:nvSpPr>
        <p:spPr>
          <a:xfrm>
            <a:off x="1657351" y="1243013"/>
            <a:ext cx="990123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Analyzed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Rates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Inspection Results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Quality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Haircare products show the highest defect rates.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inspections account for 41%.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defect rates require monitoring.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modes impact product quality.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452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A5525D-CD52-10EA-CDF2-F4EC03E2B19D}"/>
              </a:ext>
            </a:extLst>
          </p:cNvPr>
          <p:cNvSpPr txBox="1"/>
          <p:nvPr/>
        </p:nvSpPr>
        <p:spPr>
          <a:xfrm>
            <a:off x="1614488" y="571500"/>
            <a:ext cx="10244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Insights &amp;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17C12-5305-00F1-EAB8-CA26218DDB9E}"/>
              </a:ext>
            </a:extLst>
          </p:cNvPr>
          <p:cNvSpPr txBox="1"/>
          <p:nvPr/>
        </p:nvSpPr>
        <p:spPr>
          <a:xfrm>
            <a:off x="1800225" y="1243013"/>
            <a:ext cx="10058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Skincare products generate maximum revenue.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performance directly impacts profitability.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costs can be optimized.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efficiency affects production output.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quality monitoring reduces defects.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supplier evaluation.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transportation routes.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quality control processes.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inventory regularly.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manufacturing lead times.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694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984945-F85C-06F0-AADA-E4429E183DDE}"/>
              </a:ext>
            </a:extLst>
          </p:cNvPr>
          <p:cNvSpPr txBox="1"/>
          <p:nvPr/>
        </p:nvSpPr>
        <p:spPr>
          <a:xfrm>
            <a:off x="1643063" y="357188"/>
            <a:ext cx="10158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4D6D2-81AF-BF4D-045D-0174CC39906B}"/>
              </a:ext>
            </a:extLst>
          </p:cNvPr>
          <p:cNvSpPr txBox="1"/>
          <p:nvPr/>
        </p:nvSpPr>
        <p:spPr>
          <a:xfrm>
            <a:off x="1643062" y="1328738"/>
            <a:ext cx="103012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Supply Chain Analysis Dashboard provides a comprehensive view of supply chain operations through Power BI visualizations.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decision-making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operational efficiency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transportation costs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supplier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product quality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7989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64</TotalTime>
  <Words>619</Words>
  <Application>Microsoft Office PowerPoint</Application>
  <PresentationFormat>Widescreen</PresentationFormat>
  <Paragraphs>163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Corbel</vt:lpstr>
      <vt:lpstr>Times New Roman</vt:lpstr>
      <vt:lpstr>Parallax</vt:lpstr>
      <vt:lpstr>PowerPoint Presentation</vt:lpstr>
      <vt:lpstr>Project Overview</vt:lpstr>
      <vt:lpstr>Problem Statement</vt:lpstr>
      <vt:lpstr>Project Objectives</vt:lpstr>
      <vt:lpstr>Dataset Description</vt:lpstr>
      <vt:lpstr>Tools and Technologies used 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Shanthi Marie Mandjiny</dc:creator>
  <cp:lastModifiedBy>Shanthi Marie Mandjiny</cp:lastModifiedBy>
  <cp:revision>1</cp:revision>
  <dcterms:created xsi:type="dcterms:W3CDTF">2026-06-09T08:31:01Z</dcterms:created>
  <dcterms:modified xsi:type="dcterms:W3CDTF">2026-06-09T09:39:43Z</dcterms:modified>
</cp:coreProperties>
</file>